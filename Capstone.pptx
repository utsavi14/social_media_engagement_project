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99da40ec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99da40e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99da40ec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99da40e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99da40ec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99da40e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tle_gradient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-532800" y="636600"/>
            <a:ext cx="10209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Social Media Engagement Analysis</a:t>
            </a:r>
            <a:endParaRPr sz="600"/>
          </a:p>
        </p:txBody>
      </p:sp>
      <p:sp>
        <p:nvSpPr>
          <p:cNvPr id="86" name="Google Shape;86;p13"/>
          <p:cNvSpPr txBox="1"/>
          <p:nvPr/>
        </p:nvSpPr>
        <p:spPr>
          <a:xfrm>
            <a:off x="83075" y="3428995"/>
            <a:ext cx="1097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Predicting Instagram Engagement Using CRISP-DM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73125" y="5861325"/>
            <a:ext cx="457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Utsavi Sunil Patel</a:t>
            </a:r>
            <a:endParaRPr b="1" sz="3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CRISP-DM Framework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Business Understanding</a:t>
            </a:r>
            <a:endParaRPr sz="34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Understanding</a:t>
            </a:r>
            <a:endParaRPr sz="34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Preparation</a:t>
            </a:r>
            <a:endParaRPr sz="34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  <a:endParaRPr sz="34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Evaluation</a:t>
            </a:r>
            <a:endParaRPr sz="34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Recommendations</a:t>
            </a:r>
            <a:endParaRPr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Business Understanding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Customer: Instagram followers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Engagement varies across posts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it matters: Engagement = visibility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Goal: Improve engagement strategy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Data Understanding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Dataset: instagram_reach.csv 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Features: captions, hashtags, likes, followers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Issues: missing text + time in words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Cleaned text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Converted time to hours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Created new features: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caption_length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- hashtag_count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- engagement_rate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- hours_since_posted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EDA Insight 1 — Hashtags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Weak relationship with engagement</a:t>
            </a:r>
            <a:endParaRPr sz="2600">
              <a:solidFill>
                <a:schemeClr val="lt1"/>
              </a:solidFill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Most posts show low engagement</a:t>
            </a:r>
            <a:endParaRPr sz="2600">
              <a:solidFill>
                <a:schemeClr val="lt1"/>
              </a:solidFill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Some outliers exist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8" title="Screenshot 2025-11-14 at 5.37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127250"/>
            <a:ext cx="4319951" cy="39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EDA Insight 2 — Caption Length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Very long captions underperform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Weak relationship overall</a:t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 title="Screenshot 2025-11-14 at 5.41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18775"/>
            <a:ext cx="4394026" cy="374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EDA Insight 3 — Timing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Posts in first 0–5 hours get highest likes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Engagement drops after 10 hours</a:t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 title="Screenshot 2025-11-14 at 5.44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350" y="2127701"/>
            <a:ext cx="4343401" cy="357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Modeling Approach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 High vs Low Engagement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Baseline: Logistic Regression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Improved: Decision Tree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Features: Followers, Hashtag Count, Caption Length, Time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Model Results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Accuracy: 85%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Decision Tree Accuracy: 70%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Predictors: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1. Followers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2. Hours Since Posted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3. Hashtag Count</a:t>
            </a:r>
            <a:endParaRPr sz="26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4. Caption Length</a:t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 during high-activity hours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Grow followers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simple captions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moderate hashtags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 post type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Sentiment analysis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Image analysis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larger dataset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Engagement mainly driven by timing &amp; followers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Hashtags &amp; captions have limited effect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600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Clear posting strategy delivered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1828800" y="2743200"/>
            <a:ext cx="9144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>
              <a:solidFill>
                <a:srgbClr val="9B59B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